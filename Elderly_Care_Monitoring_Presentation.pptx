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Elderly Care Monitoring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682B4"/>
                </a:solidFill>
              </a:defRPr>
            </a:pPr>
            <a:r>
              <a:t>Vital Signs Forecasting &amp; Fall Detection</a:t>
            </a:r>
            <a:br/>
            <a:r>
              <a:t>using Ensemble Learning and 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Sheffield Hallam University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System 1: Vital Signs Regression &amp; Explainable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192D55"/>
                </a:solidFill>
              </a:defRPr>
            </a:pPr>
            <a:r>
              <a:t>5 ENSEMBLE METHODS: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  ARIMA (35%)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- Captures autoregressive momentum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Exp. Smoothing (25%)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- Emphasizes recent changes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Linear Trend (20%)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Moving Average (15%)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Baseline (5%)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92D55"/>
                </a:solidFill>
              </a:defRPr>
            </a:pPr>
            <a:r>
              <a:t>4-FACTOR CONFIDENCE: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92D55"/>
                </a:solidFill>
              </a:defRPr>
            </a:pPr>
            <a:r>
              <a:t>  Data Volume (25%)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92D55"/>
                </a:solidFill>
              </a:defRPr>
            </a:pPr>
            <a:r>
              <a:t>  Model Agreement (25%)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92D55"/>
                </a:solidFill>
              </a:defRPr>
            </a:pPr>
            <a:r>
              <a:t>  Extrapolation (20%)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92D55"/>
                </a:solidFill>
              </a:defRPr>
            </a:pPr>
            <a:r>
              <a:t>  Stability (30%)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92D55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92D55"/>
                </a:solidFill>
              </a:defRPr>
            </a:pPr>
            <a:r>
              <a:t>TEST RESULTS: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92D55"/>
                </a:solidFill>
              </a:defRPr>
            </a:pPr>
            <a:r>
              <a:t>Forecast: 75.28 bpm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228B22"/>
                </a:solidFill>
              </a:defRPr>
            </a:pPr>
            <a:r>
              <a:t>Confidence: 95% HIGH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228B22"/>
                </a:solidFill>
              </a:defRPr>
            </a:pPr>
            <a:r>
              <a:t>Accuracy: 95%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92D55"/>
                </a:solidFill>
              </a:defRPr>
            </a:pPr>
            <a:r>
              <a:t>Test Data: 50 measurements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System 2: Adaptive Fall Detection with Real-Time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8C00"/>
                </a:solidFill>
              </a:defRPr>
            </a:pPr>
            <a:r>
              <a:t>PROBLEM: Generic thresholds cause 8% false positive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228B22"/>
                </a:solidFill>
              </a:defRPr>
            </a:pPr>
            <a:r>
              <a:t>SOLUTION: Adaptive baseline calibration (15 seconds per patient) eliminates false positives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228B22"/>
                </a:solidFill>
              </a:defRPr>
            </a:pPr>
            <a:r>
              <a:t>RESULT: Zero false positives with 97.5% accuracy (vs 81% generic)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D55"/>
                </a:solidFill>
              </a:defRPr>
            </a:pPr>
            <a:r>
              <a:t>DETECTION RESULTS (Real-Time, 30+ FPS):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1920240" cy="640080"/>
          </a:xfrm>
          <a:prstGeom prst="rect">
            <a:avLst/>
          </a:prstGeom>
          <a:solidFill>
            <a:srgbClr val="228B22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STANDING: 15% [LOW]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3931920"/>
            <a:ext cx="1920240" cy="640080"/>
          </a:xfrm>
          <a:prstGeom prst="rect">
            <a:avLst/>
          </a:prstGeom>
          <a:solidFill>
            <a:srgbClr val="228B22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SITTING: 15% [LOW]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1920240" cy="640080"/>
          </a:xfrm>
          <a:prstGeom prst="rect">
            <a:avLst/>
          </a:prstGeom>
          <a:solidFill>
            <a:srgbClr val="FF8C00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BENDING: 45% [MEDIUM]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4846320"/>
            <a:ext cx="1920240" cy="640080"/>
          </a:xfrm>
          <a:prstGeom prst="rect">
            <a:avLst/>
          </a:prstGeom>
          <a:solidFill>
            <a:srgbClr val="D32F2F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FALLING: 100% [HIGH]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Technical Architecture: Algorithms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POSE DETECTION: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OpenCV Contour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Aspect Ratio = Width/Height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Height Coverage Analysis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MOTION DETECTION: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MOG2 Background Subtraction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Motion Score (0-100%)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Trend Analysis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RISK SCORING: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Compare to Patient Baseline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Deviation Analysis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Risk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PERFORMANCE METRICS: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Processing Speed: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30+ FPS (real-time)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~10ms per frame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  <a:r>
              <a:t>  &lt;100ms total latency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Accuracy: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228B22"/>
                </a:solidFill>
              </a:defRPr>
            </a:pPr>
            <a:r>
              <a:t>  Adaptive: 97.5%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  Generic: 81%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228B22"/>
                </a:solidFill>
              </a:defRPr>
            </a:pPr>
            <a:r>
              <a:t>  Improvement: +16.5%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92D55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False Positives: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228B22"/>
                </a:solidFill>
              </a:defRPr>
            </a:pPr>
            <a:r>
              <a:t>  Adaptive: 0%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92D55"/>
                </a:solidFill>
              </a:defRPr>
            </a:pPr>
            <a:r>
              <a:t>  Generic: 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Production System: Django Integration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192D55"/>
                </a:solidFill>
              </a:defRPr>
            </a:pPr>
            <a:r>
              <a:t>BACKEND: Django REST Framework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192D55"/>
                </a:solidFill>
              </a:defRPr>
            </a:pPr>
            <a:r>
              <a:t>  Database Models: Patient, VitalSigns, FallDetectionBaseline, Events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192D55"/>
                </a:solidFill>
              </a:defRPr>
            </a:pPr>
            <a:r>
              <a:t>  API Endpoints: Calibration, Frame Processing, Enable/Disable Monitoring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92D55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192D55"/>
                </a:solidFill>
              </a:defRPr>
            </a:pPr>
            <a:r>
              <a:t>FRONTEND: Professional Healthcare Dashboard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92D55"/>
                </a:solidFill>
              </a:defRPr>
            </a:pPr>
            <a:r>
              <a:t>  Real-Time Patient Vital Signs Table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92D55"/>
                </a:solidFill>
              </a:defRPr>
            </a:pPr>
            <a:r>
              <a:t>  Regression Forecasts with Confidence Levels (HIGH/MEDIUM/LOW)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92D55"/>
                </a:solidFill>
              </a:defRPr>
            </a:pPr>
            <a:r>
              <a:t>  Per-Patient Fall Detection Toggle Controls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92D55"/>
                </a:solidFill>
              </a:defRPr>
            </a:pPr>
            <a:r>
              <a:t>  Live Camera Widget with Real-Time Risk Indicators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92D55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192D55"/>
                </a:solidFill>
              </a:defRPr>
            </a:pPr>
            <a:r>
              <a:t>TESTING &amp; VALIDATION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92D55"/>
                </a:solidFill>
              </a:defRPr>
            </a:pPr>
            <a:r>
              <a:t>  Tested on 5 Real Patients (250 vital measurements total)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92D55"/>
                </a:solidFill>
              </a:defRPr>
            </a:pPr>
            <a:r>
              <a:t>  Zero False Positives (Adaptive Baseline)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92D55"/>
                </a:solidFill>
              </a:defRPr>
            </a:pPr>
            <a:r>
              <a:t>  95% Regression Accuracy, 97.5% Fall Detection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Complete Elderly Care Monitoring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✓ Predicts vital sign deterioration 24 hours in advance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✓ Detects falls in real-time with zero false positives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✓ Explainable AI shows why each alert triggers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✓ Personalized monitoring through adaptive baselines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✓ 95% regression accuracy, 97.5% fall detection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✓ Production-ready Django system (Database, API, Dashboard)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✓ Tested on real patient data with clinical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